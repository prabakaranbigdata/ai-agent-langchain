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AI – From Beginner to Practical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Script → Thinking AI → Real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Understands input</a:t>
            </a:r>
          </a:p>
          <a:p>
            <a:r>
              <a:t>Generates output</a:t>
            </a:r>
          </a:p>
          <a:p>
            <a:r>
              <a:t>Mimics human responses</a:t>
            </a:r>
          </a:p>
          <a:p>
            <a:r>
              <a:t>AI is good at talking… not always doing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with Current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real calculation</a:t>
            </a:r>
          </a:p>
          <a:p>
            <a:r>
              <a:t>No validation</a:t>
            </a:r>
          </a:p>
          <a:p>
            <a:r>
              <a:t>No decision-making</a:t>
            </a:r>
          </a:p>
          <a:p>
            <a:r>
              <a:t>AI gives answers… not solutions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AI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Brain (LLM)</a:t>
            </a:r>
          </a:p>
          <a:p>
            <a:r>
              <a:t>Tools</a:t>
            </a:r>
          </a:p>
          <a:p>
            <a:r>
              <a:t>Goal</a:t>
            </a:r>
          </a:p>
          <a:p>
            <a:r>
              <a:t>Agent = Think + Act + Solve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vs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 = One system</a:t>
            </a:r>
          </a:p>
          <a:p>
            <a:r>
              <a:t>Agentic AI = Multiple systems</a:t>
            </a:r>
          </a:p>
          <a:p>
            <a:r>
              <a:t>Agent = One employee</a:t>
            </a:r>
          </a:p>
          <a:p>
            <a:r>
              <a:t>Agentic AI = Team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Agents?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Real-world tasks</a:t>
            </a:r>
          </a:p>
          <a:p>
            <a:r>
              <a:t>Automation</a:t>
            </a:r>
          </a:p>
          <a:p>
            <a:r>
              <a:t>Decision-making</a:t>
            </a:r>
          </a:p>
          <a:p>
            <a:r>
              <a:t>We need AI that can 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Agents Think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Agents don’t answer instantly</a:t>
            </a:r>
          </a:p>
          <a:p>
            <a:r>
              <a:t>They follow a loop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Think → Act → Observe → Repeat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ReAct?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Reason + 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Thought → Action → Observation → Repeat → Final Answer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 Goa trip under 15000</a:t>
            </a:r>
          </a:p>
          <a:p>
            <a:r>
              <a:t>Uses tools step-by-step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thinks step-by-step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Framework?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code is complex</a:t>
            </a:r>
          </a:p>
          <a:p>
            <a:r>
              <a:t>Frameworks simplify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LangChain?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agents</a:t>
            </a:r>
          </a:p>
          <a:p>
            <a:r>
              <a:t>Tool integration</a:t>
            </a:r>
          </a:p>
          <a:p>
            <a:r>
              <a:t>Memory handling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Brain → LLM</a:t>
            </a:r>
          </a:p>
          <a:p>
            <a:r>
              <a:t>Tools → Tool</a:t>
            </a:r>
          </a:p>
          <a:p>
            <a:r>
              <a:t>Loop → Agent</a:t>
            </a:r>
          </a:p>
          <a:p>
            <a:r>
              <a:t>Memory → Memory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Calculator</a:t>
            </a:r>
          </a:p>
          <a:p>
            <a:r>
              <a:t>APIs</a:t>
            </a:r>
          </a:p>
          <a:p>
            <a:r>
              <a:t>External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conversation</a:t>
            </a:r>
          </a:p>
          <a:p>
            <a:r>
              <a:t>Maintains context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Agent → Tools → Memory → Output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gives answers</a:t>
            </a:r>
          </a:p>
          <a:p>
            <a:r>
              <a:t>Agents take actions</a:t>
            </a:r>
          </a:p>
          <a:p>
            <a:r>
              <a:t>Agentic AI builds systems</a:t>
            </a:r>
          </a:p>
          <a:p>
            <a:r>
              <a:t>AI = Thinking +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